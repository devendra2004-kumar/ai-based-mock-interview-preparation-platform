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64592" cy="164592"/>
          </a:xfrm>
          <a:prstGeom prst="ellipse">
            <a:avLst/>
          </a:prstGeom>
          <a:solidFill>
            <a:srgbClr val="C8F0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Mock Interview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System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474720" y="3108960"/>
            <a:ext cx="2194560" cy="54864"/>
          </a:xfrm>
          <a:prstGeom prst="rect">
            <a:avLst/>
          </a:prstGeom>
          <a:solidFill>
            <a:srgbClr val="C8F0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Major Project — Information Technology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Devendra Kumar  •  Dheeraj Chaudhary  •  Vipin Kumar Yadav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Dr. Abhishek Prabhakar Sir  &amp;  Mr. Kapil Pandey Sir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Ambedkar Institute of Technology for Divyangjan, Kanpur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PrepAI?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303520" cy="347472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 is a smart web app that helps you
practice job interviews — for free.
</a:t>
            </a:r>
            <a:pPr indent="0" marL="0">
              <a:buNone/>
            </a:pPr>
            <a:r>
              <a:rPr lang="en-US" sz="13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paste a job description, and the app:
</a:t>
            </a:r>
            <a:pPr indent="0" marL="0">
              <a:buNone/>
            </a:pPr>
            <a:r>
              <a:rPr lang="en-US" sz="1350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Detects the job role automatically
</a:t>
            </a:r>
            <a:pPr indent="0" marL="0">
              <a:buNone/>
            </a:pPr>
            <a:r>
              <a:rPr lang="en-US" sz="1350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Generates interview questions for you
</a:t>
            </a:r>
            <a:pPr indent="0" marL="0">
              <a:buNone/>
            </a:pPr>
            <a:r>
              <a:rPr lang="en-US" sz="1350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Listens to your spoken answers
</a:t>
            </a:r>
            <a:pPr indent="0" marL="0">
              <a:buNone/>
            </a:pPr>
            <a:r>
              <a:rPr lang="en-US" sz="1350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Gives you a score and feedback
</a:t>
            </a:r>
            <a:pPr indent="0" marL="0">
              <a:buNone/>
            </a:pPr>
            <a:r>
              <a:rPr lang="en-US" sz="1350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Shows a final report of your performance
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35040" y="1005840"/>
            <a:ext cx="2834640" cy="1005840"/>
          </a:xfrm>
          <a:prstGeom prst="rect">
            <a:avLst/>
          </a:prstGeom>
          <a:solidFill>
            <a:srgbClr val="10131E"/>
          </a:solidFill>
          <a:ln w="19050">
            <a:solidFill>
              <a:srgbClr val="C8F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72200" y="10515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78040" y="1143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2194560"/>
            <a:ext cx="2834640" cy="1005840"/>
          </a:xfrm>
          <a:prstGeom prst="rect">
            <a:avLst/>
          </a:prstGeom>
          <a:solidFill>
            <a:srgbClr val="10131E"/>
          </a:solidFill>
          <a:ln w="19050">
            <a:solidFill>
              <a:srgbClr val="C8F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22402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78040" y="23317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3383280"/>
            <a:ext cx="2834640" cy="1005840"/>
          </a:xfrm>
          <a:prstGeom prst="rect">
            <a:avLst/>
          </a:prstGeom>
          <a:solidFill>
            <a:srgbClr val="10131E"/>
          </a:solidFill>
          <a:ln w="19050">
            <a:solidFill>
              <a:srgbClr val="C8F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34290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0₹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78040" y="35204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students struggle with interviews?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60520" cy="1463040"/>
          </a:xfrm>
          <a:prstGeom prst="rect">
            <a:avLst/>
          </a:prstGeom>
          <a:solidFill>
            <a:srgbClr val="1E2235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practice partner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someone to do a mock interview anytime you want.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92040" y="1371600"/>
            <a:ext cx="4160520" cy="1463040"/>
          </a:xfrm>
          <a:prstGeom prst="rect">
            <a:avLst/>
          </a:prstGeom>
          <a:solidFill>
            <a:srgbClr val="1E2235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77840" y="1463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questions online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8288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resources don't match your specific job description or skill level.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60520" cy="1463040"/>
          </a:xfrm>
          <a:prstGeom prst="rect">
            <a:avLst/>
          </a:prstGeom>
          <a:solidFill>
            <a:srgbClr val="1E2235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5204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if your answer was good or what you missed.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3063240"/>
            <a:ext cx="4160520" cy="1463040"/>
          </a:xfrm>
          <a:prstGeom prst="rect">
            <a:avLst/>
          </a:prstGeom>
          <a:solidFill>
            <a:srgbClr val="1E2235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77840" y="3154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practice speaking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5204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answers is different from speaking them in an actual interview.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PrepAI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914400" cy="9144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C8F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91640" y="1618488"/>
            <a:ext cx="457200" cy="0"/>
          </a:xfrm>
          <a:prstGeom prst="line">
            <a:avLst/>
          </a:prstGeom>
          <a:noFill/>
          <a:ln w="19050">
            <a:solidFill>
              <a:srgbClr val="8891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1284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Job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95728" y="1188720"/>
            <a:ext cx="914400" cy="9144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7AF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95728" y="1234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01568" y="1618488"/>
            <a:ext cx="457200" cy="0"/>
          </a:xfrm>
          <a:prstGeom prst="line">
            <a:avLst/>
          </a:prstGeom>
          <a:noFill/>
          <a:ln w="19050">
            <a:solidFill>
              <a:srgbClr val="8891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221284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05656" y="1188720"/>
            <a:ext cx="914400" cy="9144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0B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05656" y="1234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11496" y="1618488"/>
            <a:ext cx="457200" cy="0"/>
          </a:xfrm>
          <a:prstGeom prst="line">
            <a:avLst/>
          </a:prstGeom>
          <a:noFill/>
          <a:ln w="19050">
            <a:solidFill>
              <a:srgbClr val="8891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221284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Settings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(5/10/15 Qs)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15584" y="1188720"/>
            <a:ext cx="914400" cy="9144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5584" y="1234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821424" y="1618488"/>
            <a:ext cx="457200" cy="0"/>
          </a:xfrm>
          <a:prstGeom prst="line">
            <a:avLst/>
          </a:prstGeom>
          <a:noFill/>
          <a:ln w="19050">
            <a:solidFill>
              <a:srgbClr val="8891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95544" y="221284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Each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25512" y="1188720"/>
            <a:ext cx="914400" cy="9144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C8F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25512" y="1234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05472" y="221284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Score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Feedback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4206240" cy="228600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606040"/>
            <a:ext cx="73152" cy="2286000"/>
          </a:xfrm>
          <a:prstGeom prst="rect">
            <a:avLst/>
          </a:prstGeom>
          <a:solidFill>
            <a:srgbClr val="C8F06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6700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your JD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06324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reads the job description you paste and figures out: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job role (e.g. SDE, Data Analyst)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Seniority level (Entry / Mid / Senior)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skills needed for that role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606040"/>
            <a:ext cx="4206240" cy="228600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2606040"/>
            <a:ext cx="73152" cy="2286000"/>
          </a:xfrm>
          <a:prstGeom prst="rect">
            <a:avLst/>
          </a:prstGeom>
          <a:solidFill>
            <a:srgbClr val="C8F060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6700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your answers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306324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submit an answer, Gemini AI: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Gives you a score out of 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Writes short feedback on what you did well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what key points you missed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an ideal answer example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43200" cy="182880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61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709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Role Detection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03911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job description — the AI automatically figures out the job role, seniority, and required skills.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743200" cy="182880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61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29000" y="1709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03911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answers! The microphone button uses your browser to turn speech into text in real time.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2743200" cy="182880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161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55080" y="1709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Read Aloud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03911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read out using text-to-speech, just like a real interviewer talking to you.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2743200" cy="182880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72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" y="3721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 Scoring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0507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gets a score out of 100, specific feedback, and a list of points you forgot to mention.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3063240"/>
            <a:ext cx="2743200" cy="182880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3172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429000" y="3721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40507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total score, category-wise performance bars, and a full breakdown of every question answered.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3063240"/>
            <a:ext cx="2743200" cy="182880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172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55080" y="3721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Job Roles Built-In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40507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Software Developer to Data Scientist, HR, Marketing, UX Design — no job description needed.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3-tier architecture — easy to run on any computer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356616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743200" cy="3840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075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HTML / CSS / JavaScript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2494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Single-page app (no framework needed)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DM Sans + DM Serif Display fonts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2369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 Speech API (voice input)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Text-to-Speech (reads questions aloud)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743200" cy="356616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280160"/>
            <a:ext cx="2743200" cy="3840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3075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7556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Python + FastAPI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22494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 API endpoints: /parse-jd, /questions, /evaluate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2743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Google Gemini 1.5 Flash (free-tier AI)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32369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CORS enabled for local browser access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37307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Keyword fallback if AI is unavailable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280160"/>
            <a:ext cx="2743200" cy="356616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280160"/>
            <a:ext cx="2743200" cy="3840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3075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17556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questions.json — static question bank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22494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18 job roles × 3 types × 3 difficulty levels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2743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Technical, Behavioural, Situational questions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323697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Each question has key points for AI grading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55080" y="37307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database needed — plain JSON file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Questions?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43200" cy="292608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73152"/>
          </a:xfrm>
          <a:prstGeom prst="rect">
            <a:avLst/>
          </a:prstGeom>
          <a:solidFill>
            <a:srgbClr val="A0C8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your knowledge of the subject.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560320" cy="1417320"/>
          </a:xfrm>
          <a:prstGeom prst="rect">
            <a:avLst/>
          </a:prstGeom>
          <a:solidFill>
            <a:srgbClr val="10131E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87168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difference between a stack and a queue? Give a real-world example of each."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743200" cy="292608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51560"/>
            <a:ext cx="2743200" cy="73152"/>
          </a:xfrm>
          <a:prstGeom prst="rect">
            <a:avLst/>
          </a:prstGeom>
          <a:solidFill>
            <a:srgbClr val="7AF0C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how you handle situations at work.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2900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423160"/>
            <a:ext cx="2560320" cy="1417320"/>
          </a:xfrm>
          <a:prstGeom prst="rect">
            <a:avLst/>
          </a:prstGeom>
          <a:solidFill>
            <a:srgbClr val="10131E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487168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a time you had to debug a critical bug in production. How did you approach it?"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743200" cy="292608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051560"/>
            <a:ext cx="2743200" cy="73152"/>
          </a:xfrm>
          <a:prstGeom prst="rect">
            <a:avLst/>
          </a:prstGeom>
          <a:solidFill>
            <a:srgbClr val="F0B060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how you would react to a new problem.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2423160"/>
            <a:ext cx="2560320" cy="1417320"/>
          </a:xfrm>
          <a:prstGeom prst="rect">
            <a:avLst/>
          </a:prstGeom>
          <a:solidFill>
            <a:srgbClr val="10131E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487168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code review reveals a major flaw in a feature that ships in 2 hours. What do you do?"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Difficulty Levels:  Entry Level   •   Mid Level   •   Senior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Grades Your Answer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63040" cy="457200"/>
          </a:xfrm>
          <a:prstGeom prst="rect">
            <a:avLst/>
          </a:prstGeom>
          <a:solidFill>
            <a:srgbClr val="1A2030"/>
          </a:solidFill>
          <a:ln w="12700">
            <a:solidFill>
              <a:srgbClr val="C8F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904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– 100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14904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463040" cy="457200"/>
          </a:xfrm>
          <a:prstGeom prst="rect">
            <a:avLst/>
          </a:prstGeom>
          <a:solidFill>
            <a:srgbClr val="1A2030"/>
          </a:solidFill>
          <a:ln w="12700">
            <a:solidFill>
              <a:srgbClr val="7AF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305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84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1305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463040" cy="457200"/>
          </a:xfrm>
          <a:prstGeom prst="rect">
            <a:avLst/>
          </a:prstGeom>
          <a:solidFill>
            <a:srgbClr val="1A2030"/>
          </a:solidFill>
          <a:ln w="12700">
            <a:solidFill>
              <a:srgbClr val="F0B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7063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69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7706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1463040" cy="457200"/>
          </a:xfrm>
          <a:prstGeom prst="rect">
            <a:avLst/>
          </a:prstGeom>
          <a:solidFill>
            <a:srgbClr val="1A2030"/>
          </a:solidFill>
          <a:ln w="12700">
            <a:solidFill>
              <a:srgbClr val="F08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1071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49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341071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463040" cy="457200"/>
          </a:xfrm>
          <a:prstGeom prst="rect">
            <a:avLst/>
          </a:prstGeom>
          <a:solidFill>
            <a:srgbClr val="1A2030"/>
          </a:solidFill>
          <a:ln w="12700">
            <a:solidFill>
              <a:srgbClr val="F06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079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0507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297680" cy="384048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0789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back after each answer: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5727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A score out of 100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54880" y="232257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1–2 sentences of honest feedback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0" y="307238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 short ideal answer (2–3 sentences)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54880" y="38221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List of key points you missed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54880" y="40690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Gemini AI is not available, the system falls back to a keyword-based scoring method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2651760" cy="1463040"/>
          </a:xfrm>
          <a:prstGeom prst="rect">
            <a:avLst/>
          </a:prstGeom>
          <a:solidFill>
            <a:srgbClr val="1E2235"/>
          </a:solidFill>
          <a:ln w="25400">
            <a:solidFill>
              <a:srgbClr val="C8F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984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(Frontend)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234440"/>
            <a:ext cx="2651760" cy="1463040"/>
          </a:xfrm>
          <a:prstGeom prst="rect">
            <a:avLst/>
          </a:prstGeom>
          <a:solidFill>
            <a:srgbClr val="1E2235"/>
          </a:solidFill>
          <a:ln w="25400">
            <a:solidFill>
              <a:srgbClr val="7AF0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2984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(Backend)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7556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2651760" cy="1463040"/>
          </a:xfrm>
          <a:prstGeom prst="rect">
            <a:avLst/>
          </a:prstGeom>
          <a:solidFill>
            <a:srgbClr val="1E2235"/>
          </a:solidFill>
          <a:ln w="25400">
            <a:solidFill>
              <a:srgbClr val="F0B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2984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Data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7556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1.5 Flash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questions.json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1956816"/>
            <a:ext cx="320040" cy="0"/>
          </a:xfrm>
          <a:prstGeom prst="line">
            <a:avLst/>
          </a:prstGeom>
          <a:noFill/>
          <a:ln w="25400">
            <a:solidFill>
              <a:srgbClr val="8891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1956816"/>
            <a:ext cx="320040" cy="0"/>
          </a:xfrm>
          <a:prstGeom prst="line">
            <a:avLst/>
          </a:prstGeom>
          <a:noFill/>
          <a:ln w="25400">
            <a:solidFill>
              <a:srgbClr val="8891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160520" cy="5486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7413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F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/parse-jd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48840" y="337413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job description → Get back: role, seniority, skills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3337560"/>
            <a:ext cx="4160520" cy="5486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37413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F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/questions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337413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role + settings → Get back: list of questions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4160520" cy="5486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5993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F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/evaluate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405993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answer → Get back: score, feedback, ideal answer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4023360"/>
            <a:ext cx="4160520" cy="5486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405993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F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/health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0" y="405993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server is running and AI is connected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43200" cy="384048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54864"/>
          </a:xfrm>
          <a:prstGeom prst="rect">
            <a:avLst/>
          </a:prstGeom>
          <a:solidFill>
            <a:srgbClr val="C8F06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the 3-layer architecture (Frontend, Backend, Data)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8072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Created the questions.json with 18 roles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46557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FastAPI server with CORS support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1239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Made the home screen and role selection UI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743200" cy="384048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51560"/>
            <a:ext cx="2743200" cy="54864"/>
          </a:xfrm>
          <a:prstGeom prst="rect">
            <a:avLst/>
          </a:prstGeom>
          <a:solidFill>
            <a:srgbClr val="7AF0C8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143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A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6642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Connected Google Gemini 1.5 Flash API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28072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/parse-jd and /evaluate endpoints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346557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Added keyword-based fallback if AI is down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41239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Tuned prompts for better accuracy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051560"/>
            <a:ext cx="2743200" cy="384048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051560"/>
            <a:ext cx="2743200" cy="54864"/>
          </a:xfrm>
          <a:prstGeom prst="rect">
            <a:avLst/>
          </a:prstGeom>
          <a:solidFill>
            <a:srgbClr val="F0B06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143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16642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UI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Added microphone button (Speech-to-Text)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28072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Added text-to-speech to read questions aloud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346557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Polished the dark UI design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41239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Added session report with charts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13232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713232"/>
          </a:xfrm>
          <a:prstGeom prst="rect">
            <a:avLst/>
          </a:prstGeom>
          <a:solidFill>
            <a:srgbClr val="C8F06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704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11880" y="11704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individual functions tested — Passed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2104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73152" cy="713232"/>
          </a:xfrm>
          <a:prstGeom prst="rect">
            <a:avLst/>
          </a:prstGeom>
          <a:solidFill>
            <a:srgbClr val="7AF0C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391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03911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 communication tested — Passed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2057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713232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34640"/>
            <a:ext cx="73152" cy="713232"/>
          </a:xfrm>
          <a:prstGeom prst="rect">
            <a:avLst/>
          </a:prstGeom>
          <a:solidFill>
            <a:srgbClr val="F0B06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077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Feature 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90779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input tested in Chrome/Edge — Passed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713232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03320"/>
            <a:ext cx="73152" cy="713232"/>
          </a:xfrm>
          <a:prstGeom prst="rect">
            <a:avLst/>
          </a:prstGeom>
          <a:solidFill>
            <a:srgbClr val="A0C8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764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377647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students used the app and gave positive feedback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3794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also works offline for question delivery (no AI needed) using the built-in question bank.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Plans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789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Full-stack AI interview app — built from scratch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075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18+ job roles with 3 question types each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Voice input + text-to-speech working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0815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scoring with feedback using Gemini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844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Post-session performance report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087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free to use — no paid services required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3749040"/>
          </a:xfrm>
          <a:prstGeom prst="rect">
            <a:avLst/>
          </a:prstGeom>
          <a:solidFill>
            <a:srgbClr val="1E22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789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F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727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Video interviews with facial analysis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2075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User accounts to save practice history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25786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Resume upload and parsing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30815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LinkedIn profile integration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35844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Emotion &amp; sentiment analysis of answers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4087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Personalized study recommendations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640080"/>
            <a:ext cx="164592" cy="164592"/>
          </a:xfrm>
          <a:prstGeom prst="ellipse">
            <a:avLst/>
          </a:prstGeom>
          <a:solidFill>
            <a:srgbClr val="C8F06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474720" y="2423160"/>
            <a:ext cx="2194560" cy="54864"/>
          </a:xfrm>
          <a:prstGeom prst="rect">
            <a:avLst/>
          </a:prstGeom>
          <a:solidFill>
            <a:srgbClr val="C8F0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 — AI-Powered Mock Interview Preparation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Devendra Kumar (2301660139002)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Dheeraj Chaudhary (2301660139003)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Vipin Kumar Yadav (2301660139005)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Ambedkar Institute of Technology for Divyangjan, Kanpur  |  B.Tech — Information Technology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PrepAI — AI-Powered Mock Interview Preparation System</dc:title>
  <dc:subject>PptxGenJS Presentation</dc:subject>
  <dc:creator>PptxGenJS</dc:creator>
  <cp:lastModifiedBy>PptxGenJS</cp:lastModifiedBy>
  <cp:revision>1</cp:revision>
  <dcterms:created xsi:type="dcterms:W3CDTF">2026-05-05T05:38:01Z</dcterms:created>
  <dcterms:modified xsi:type="dcterms:W3CDTF">2026-05-05T05:38:01Z</dcterms:modified>
</cp:coreProperties>
</file>